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4630400" cy="8229600"/>
  <p:notesSz cx="8229600" cy="14630400"/>
  <p:embeddedFontLst>
    <p:embeddedFont>
      <p:font typeface="Raleway" pitchFamily="2" charset="0"/>
      <p:regular r:id="rId11"/>
    </p:embeddedFont>
    <p:embeddedFont>
      <p:font typeface="Raleway Light" pitchFamily="2" charset="0"/>
      <p:regular r:id="rId12"/>
      <p:italic r:id="rId13"/>
    </p:embeddedFont>
    <p:embeddedFont>
      <p:font typeface="Roboto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4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16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B219F49-8000-46FC-EC45-AD68423F89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16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4F043-E023-3158-F835-40E85ED3D4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6AEAC-8AE9-0569-8118-74336C28F8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B2C8FB-83CF-40C3-A4A1-2ABFF4F908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F529AC-EC51-429D-21F2-29741534EB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E5362-1431-664E-7881-8105818EEA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33E1F-E472-2B9D-B905-138EC0851C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FC07F-C6A1-D05B-9F76-3FDFE5EA6E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D1E06-9271-0D78-293C-0EEB239D54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8FEB6-08BF-39C8-C82A-083C505E32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3A4C04D6-A5AE-1E8A-361F-3979AC6595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3120" y="7708802"/>
            <a:ext cx="1097280" cy="520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44003" y="187318"/>
            <a:ext cx="8142393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College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053563" y="1604876"/>
            <a:ext cx="6417501" cy="605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members: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N.Ishanth</a:t>
            </a: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2510040002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K.V.Srinath</a:t>
            </a: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2510030106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G.Abhishek</a:t>
            </a: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2510040015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Ayian</a:t>
            </a: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2510030309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Guidied</a:t>
            </a: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– </a:t>
            </a:r>
            <a:r>
              <a:rPr lang="en-US" sz="2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Dr.A.Mahesh</a:t>
            </a:r>
            <a:r>
              <a:rPr lang="en-US" sz="2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Babu sir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390"/>
            <a:ext cx="57633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System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08798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23027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50488"/>
            <a:ext cx="53478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Student &amp; Course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4090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Efficiently add, view, and manage student records and course catalogs using linked list data structures.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808798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23027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2950488"/>
            <a:ext cx="38388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Admission Queue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440906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First-In-First-Out queue system for processing new student applications in the order they arrive.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627959"/>
            <a:ext cx="6407944" cy="2955250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48623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504944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769650"/>
            <a:ext cx="38190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Search &amp; Analytics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26006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search by roll number and automated detection of students with low attendance below 75%.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627959"/>
            <a:ext cx="6408063" cy="2955250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48623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5049441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769650"/>
            <a:ext cx="3066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Persistent Data Storage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260068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I/O operations ensure data persistence across application sessions with automatic save and load functionality.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7956" y="629960"/>
            <a:ext cx="5628918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7956" y="1668780"/>
            <a:ext cx="7568089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application follows a modular </a:t>
            </a: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Model-View-Controller (MVC)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pattern that separates concerns and promotes maintainability.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56" y="2637830"/>
            <a:ext cx="1125736" cy="16538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37172" y="2862977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Controller Layer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37172" y="3348871"/>
            <a:ext cx="621887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CollegeManagementSystem manages the main menu loop and handles all user interaction and input processing.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56" y="4291727"/>
            <a:ext cx="1125736" cy="16538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37172" y="4516874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Layer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137172" y="5002768"/>
            <a:ext cx="621887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CollegeOperations contains the core business logic including sorting algorithms, list manipulations, and data processing.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56" y="5945624"/>
            <a:ext cx="1125736" cy="16538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37172" y="6170771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Layer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137172" y="6656665"/>
            <a:ext cx="621887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StudentNode and CourseNode define the data structure blueprints and relationships between entities.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394"/>
            <a:ext cx="570845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Stack &amp; Data Structures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376601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Language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93790" y="1748671"/>
            <a:ext cx="6341626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Object-oriented programming with strong typing and exception handling for robust application development.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502604" y="1376601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Technologies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02604" y="1748671"/>
            <a:ext cx="6341626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I/O for data persistence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Exception handling with try-catch blocks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Object-oriented design principles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3790" y="2614086"/>
            <a:ext cx="13042821" cy="25956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2747724"/>
            <a:ext cx="13042821" cy="884515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030" y="2762964"/>
            <a:ext cx="589717" cy="854035"/>
          </a:xfrm>
          <a:prstGeom prst="roundRect">
            <a:avLst>
              <a:gd name="adj" fmla="val 7399"/>
            </a:avLst>
          </a:prstGeom>
          <a:solidFill>
            <a:srgbClr val="E1E1EA"/>
          </a:solidFill>
          <a:ln/>
        </p:spPr>
      </p:sp>
      <p:sp>
        <p:nvSpPr>
          <p:cNvPr id="10" name="Text 8"/>
          <p:cNvSpPr/>
          <p:nvPr/>
        </p:nvSpPr>
        <p:spPr>
          <a:xfrm>
            <a:off x="989528" y="305181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94473" y="291036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Singly Linked Lists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94473" y="3198138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data structure for managing students and courses with efficient insertion and traversal operations.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3790" y="3727966"/>
            <a:ext cx="13042821" cy="884515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030" y="3743206"/>
            <a:ext cx="589717" cy="854035"/>
          </a:xfrm>
          <a:prstGeom prst="roundRect">
            <a:avLst>
              <a:gd name="adj" fmla="val 7399"/>
            </a:avLst>
          </a:prstGeom>
          <a:solidFill>
            <a:srgbClr val="E1E1EA"/>
          </a:solidFill>
          <a:ln/>
        </p:spPr>
      </p:sp>
      <p:sp>
        <p:nvSpPr>
          <p:cNvPr id="15" name="Text 13"/>
          <p:cNvSpPr/>
          <p:nvPr/>
        </p:nvSpPr>
        <p:spPr>
          <a:xfrm>
            <a:off x="989528" y="403205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94473" y="389060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Array-Based Queue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94473" y="4178379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FIFO implementation for the admission system, ensuring applications are processed in chronological order.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3790" y="4708208"/>
            <a:ext cx="13042821" cy="884515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030" y="4723448"/>
            <a:ext cx="589717" cy="854035"/>
          </a:xfrm>
          <a:prstGeom prst="roundRect">
            <a:avLst>
              <a:gd name="adj" fmla="val 7399"/>
            </a:avLst>
          </a:prstGeom>
          <a:solidFill>
            <a:srgbClr val="E1E1EA"/>
          </a:solidFill>
          <a:ln/>
        </p:spPr>
      </p:sp>
      <p:sp>
        <p:nvSpPr>
          <p:cNvPr id="20" name="Text 18"/>
          <p:cNvSpPr/>
          <p:nvPr/>
        </p:nvSpPr>
        <p:spPr>
          <a:xfrm>
            <a:off x="989528" y="5012293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94473" y="487084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Merge Sort Algorithm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94473" y="5158621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O(n log n) sorting for student marks with stable sorting properties.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3790" y="5688449"/>
            <a:ext cx="13042821" cy="884515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030" y="5703689"/>
            <a:ext cx="589717" cy="854035"/>
          </a:xfrm>
          <a:prstGeom prst="roundRect">
            <a:avLst>
              <a:gd name="adj" fmla="val 7399"/>
            </a:avLst>
          </a:prstGeom>
          <a:solidFill>
            <a:srgbClr val="E1E1EA"/>
          </a:solidFill>
          <a:ln/>
        </p:spPr>
      </p:sp>
      <p:sp>
        <p:nvSpPr>
          <p:cNvPr id="25" name="Text 23"/>
          <p:cNvSpPr/>
          <p:nvPr/>
        </p:nvSpPr>
        <p:spPr>
          <a:xfrm>
            <a:off x="989528" y="599253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94473" y="585108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Quick Sort Algorithm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494473" y="6138863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O(n log n) average-case sorting for attendance percentages with in-place partitioning.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3790" y="6668691"/>
            <a:ext cx="13042821" cy="884515"/>
          </a:xfrm>
          <a:prstGeom prst="roundRect">
            <a:avLst>
              <a:gd name="adj" fmla="val 7001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7C7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030" y="6683931"/>
            <a:ext cx="589717" cy="854035"/>
          </a:xfrm>
          <a:prstGeom prst="roundRect">
            <a:avLst>
              <a:gd name="adj" fmla="val 7399"/>
            </a:avLst>
          </a:prstGeom>
          <a:solidFill>
            <a:srgbClr val="E1E1EA"/>
          </a:solidFill>
          <a:ln/>
        </p:spPr>
      </p:sp>
      <p:sp>
        <p:nvSpPr>
          <p:cNvPr id="30" name="Text 28"/>
          <p:cNvSpPr/>
          <p:nvPr/>
        </p:nvSpPr>
        <p:spPr>
          <a:xfrm>
            <a:off x="989528" y="697277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94473" y="683133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 Search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494473" y="7119104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lookup by roll number for O(n) student retrieval with immediate feedback.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75903" y="627459"/>
            <a:ext cx="6937891" cy="56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Management Operations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75903" y="1406604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75903" y="1690330"/>
            <a:ext cx="756499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275903" y="1826181"/>
            <a:ext cx="2255639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Student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75903" y="2194203"/>
            <a:ext cx="756499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user input for roll number, name, marks, and attendance. Create new StudentNode and insert at the end of the linked list. Provide immediate success confirmation.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75903" y="2991326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5903" y="3275052"/>
            <a:ext cx="756499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6275903" y="3410903"/>
            <a:ext cx="2255639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 All Students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75903" y="3778925"/>
            <a:ext cx="756499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Iterate through the linked list using a while loop (cnode != null). Display formatted student cards showing all fields with clear labels.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75903" y="4576048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75903" y="4859774"/>
            <a:ext cx="756499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275903" y="4995624"/>
            <a:ext cx="2527102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Low Attendance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275903" y="5363647"/>
            <a:ext cx="756499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students by checking if (cnode.attendance &lt; 75). Generate a targeted list of students requiring academic intervention or counseling.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75903" y="6160770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75903" y="6444496"/>
            <a:ext cx="756499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6275903" y="6580346"/>
            <a:ext cx="2406372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by Roll Number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275903" y="6948368"/>
            <a:ext cx="756499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linear search through the list, comparing each node's roll number. Return full student details upon match or "Student not found" message.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29ECEDB-1D6B-816A-22B7-579E11E0B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33" y="516309"/>
            <a:ext cx="5547841" cy="7043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3661"/>
            <a:ext cx="617946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Course &amp; Admission Operations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495772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Course Registration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93790" y="5257719"/>
            <a:ext cx="6441638" cy="146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can enroll in multiple courses through the addCourse() method. The system maintains a course catalog that displays all available options with sequential numbering.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053879" y="490547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Admission Queue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053879" y="5171224"/>
            <a:ext cx="644175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Prospective students join an array-based queue via applyAdmission(). The admitStudent() method processes the queue in FIFO order, converting applicants to enrolled students.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47E548-2A66-247D-1E5F-BF162B4B1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56063"/>
            <a:ext cx="4103517" cy="26889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ACC637-8B41-965E-3FAE-73DBC78F4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879" y="1548245"/>
            <a:ext cx="5319221" cy="3104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82836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Sorting &amp; Analytics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1879997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Merge Sort for Marks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93790" y="2446496"/>
            <a:ext cx="3529251" cy="1861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Divide-and-conquer algorithm recursively splits the list, sorts sublists, then merges them back together. Produces sorted list with highest and lowest marks clearly identified.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3790" y="4526908"/>
            <a:ext cx="3529251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Quick Sort for Attendance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3790" y="5402613"/>
            <a:ext cx="3529251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in-place sorting using a pivot element and partitioning logic. Places attendance percentages in order, enabling quick identification of performance trends.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2019" y="4854654"/>
            <a:ext cx="212919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endParaRPr lang="en-US" sz="5300" dirty="0"/>
          </a:p>
        </p:txBody>
      </p:sp>
      <p:sp>
        <p:nvSpPr>
          <p:cNvPr id="9" name="Text 6"/>
          <p:cNvSpPr/>
          <p:nvPr/>
        </p:nvSpPr>
        <p:spPr>
          <a:xfrm>
            <a:off x="793790" y="5768102"/>
            <a:ext cx="236577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3790" y="6197084"/>
            <a:ext cx="2365772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507343" y="4854654"/>
            <a:ext cx="212919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endParaRPr lang="en-US" sz="5300" dirty="0"/>
          </a:p>
        </p:txBody>
      </p:sp>
      <p:sp>
        <p:nvSpPr>
          <p:cNvPr id="12" name="Text 9"/>
          <p:cNvSpPr/>
          <p:nvPr/>
        </p:nvSpPr>
        <p:spPr>
          <a:xfrm>
            <a:off x="3389114" y="5768102"/>
            <a:ext cx="236577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]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389114" y="6197084"/>
            <a:ext cx="2365772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2668" y="4854654"/>
            <a:ext cx="2129195" cy="673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endParaRPr lang="en-US" sz="5300" dirty="0"/>
          </a:p>
        </p:txBody>
      </p:sp>
      <p:sp>
        <p:nvSpPr>
          <p:cNvPr id="15" name="Text 12"/>
          <p:cNvSpPr/>
          <p:nvPr/>
        </p:nvSpPr>
        <p:spPr>
          <a:xfrm>
            <a:off x="5984438" y="5768102"/>
            <a:ext cx="236577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984438" y="6515933"/>
            <a:ext cx="2365772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8693DD-8D53-2A9F-ADED-9A8243281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881" y="4551197"/>
            <a:ext cx="4756944" cy="33809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33E6B4-4080-B301-495A-B76293120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881" y="488373"/>
            <a:ext cx="4756944" cy="3632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5581" y="732039"/>
            <a:ext cx="71972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Raleway" pitchFamily="2" charset="0"/>
              </a:rPr>
              <a:t>Conclusion</a:t>
            </a:r>
          </a:p>
        </p:txBody>
      </p:sp>
      <p:sp>
        <p:nvSpPr>
          <p:cNvPr id="4" name="Text 1"/>
          <p:cNvSpPr/>
          <p:nvPr/>
        </p:nvSpPr>
        <p:spPr>
          <a:xfrm>
            <a:off x="575581" y="1809988"/>
            <a:ext cx="8797019" cy="23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college management system provides a complete foundation for learning Java data structures and application architecture. The modular design makes it easy to extend with additional features like grade calculations, course prerequisites, or advanced reporting.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20351" y="4948238"/>
            <a:ext cx="72162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625</Words>
  <Application>Microsoft Office PowerPoint</Application>
  <PresentationFormat>Custom</PresentationFormat>
  <Paragraphs>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Raleway</vt:lpstr>
      <vt:lpstr>Arial</vt:lpstr>
      <vt:lpstr>Roboto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Ishanth Nalam</cp:lastModifiedBy>
  <cp:revision>24</cp:revision>
  <dcterms:created xsi:type="dcterms:W3CDTF">2026-03-27T12:21:49Z</dcterms:created>
  <dcterms:modified xsi:type="dcterms:W3CDTF">2026-03-27T13:22:30Z</dcterms:modified>
</cp:coreProperties>
</file>